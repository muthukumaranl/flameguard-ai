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Open: 'Fire kills, and the clock starts at ignition - not at alarm.' Introduce the team and the one-line goal: detect fire and smoke in images, video and live camera, using a model we fine-tuned ourselves. Keep this to 45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motivation concrete: a smoke detector needs the smoke to physically reach it, which in a warehouse, an atrium or a forest can take minutes or never happen. Cameras already watch these spaces. The hard part is that smoke looks like fog, steam and cloud, and sunsets look like fire - so the model must balance missing a real fire against crying wolf.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scope crisply. Two classes, transfer learning (the course forbids presenting an unchanged pretrained model), a real application, and honest evaluation. Mention the constraint that shaped everything: one 4GB laptop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shape of the data: 5,300 images, 7,225 boxes, imbalanced roughly 2.3 to 1 toward fire. Emphasise the 2,076 background images - they are not waste, they are how the model learns not to alarm on a sunset.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slow down on. The dataset ships mirrored and noise-injected copies of its own images, and it scattered them across train, validation and test. 409 groups - 64% of all images - had members in more than one split. Training on that and reporting test numbers would measure memorisation. We grouped images by perceptual hash and rebuilt the splits group-wise. Every number in this talk comes from the repaired data. If you take one thing from this presentation, take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findings that changed decisions: 15% of boxes are small, so we kept the full 640px input instead of downscaling for speed. Smoke sits high in the frame and fire sits low - which is why we disabled vertical flip augmentation: an upside-down plume is not a scene that exists. And a tenth of the images are dark night fires, so we kept brightness jitter moderate.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transfer learning in one breath: COCO has 80 classes and none of them is fire, so the pretrained model cannot detect fire at all. What it brings is generic vision - edges, textures, shapes - learned from 118,000 images. We fine-tune ALL layers on our data. Single-stage detection is what makes the live webcam demo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the compute wall: FP32 was forced on us because AMP produces NaN losses on GTX 16xx GPUs, which doubled epoch time. YOLOv8s needs about 7.8GB at batch 8 - nearly twice our VRAM - so it spilled to system memory and crawled. We ran it at batch 4 on a short budget and we label it as compute-limited rather than pretending it converged.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 matters more than the result: a control run at the same budget, then three probes each changing exactly one thing. That is what makes any difference attributable. Report the outcome honestly - including probes that did not beat the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discipline: the threshold was chosen on validation, then the test set was touched once. Overall mAP@0.5 is 0.492. The per-class gap is the story - Fire AP 0.516 vs Smoke 0.467. Smoke is harder, exactly as the EDA predicted.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skip this. The model makes almost no class confusions (4 in the whole test set) - its errors are about whether something is there at all. Then land the punchline: we fed it a plain orange rectangle - no fire, no texture, no structure - and it said Fire with 0.97 confidence. The model has learned a colour prior, not a concept of flame. That one experiment explains the entire false-positive gallery, and it is why hard-negative mining beats architecture search as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engineering: image, video and webcam all call the same predict path, so a threshold means the same thing everywhere and there is exactly one place a detection bug could hide. Mention the OpenCV fallback and why it exists - browser camera access fails in exactly the situation where a demo must not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ORDER (rehearse this): 1) show model + device status in the sidebar; 2) upload a fire image; 3) upload a smoke image; 4) upload a both-classes image; 5) upload a negative/difficult image and let it be wrong - explain why; 6) run the short video; 7) start the webcam; 8) show the performance tab. If the webcam fails, switch to the OpenCV fallback; if that fails, play the backup video in presentation/backup_demo/. Never debug live - fall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The point worth making: the risk register earned its keep - we identified the leakage risk during Sprint 1 planning and mitigated it before spending GPU time on a model whose evaluation would have been worthless.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three lessons. Then the disclaimer - say it out loud, do not just leave it on the slide. Finish by inviting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28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B03A2E"/>
                </a:solidFill>
              </a:rPr>
              <a:t>FlameGuard AI</a:t>
            </a:r>
          </a:p>
          <a:p>
            <a:r>
              <a:rPr sz="2300">
                <a:solidFill>
                  <a:srgbClr val="222222"/>
                </a:solidFill>
              </a:rPr>
              <a:t>Real-Time Fire and Smoke Detection Using Transfer Learning</a:t>
            </a:r>
          </a:p>
          <a:p>
            <a:r>
              <a:rPr sz="1500">
                <a:solidFill>
                  <a:srgbClr val="666666"/>
                </a:solidFill>
              </a:rPr>
              <a:t>AASD 4014 - Deep Learning II  |  Group [GROUP NUMBER]</a:t>
            </a:r>
          </a:p>
          <a:p>
            <a:r>
              <a:rPr sz="1200">
                <a:solidFill>
                  <a:srgbClr val="666666"/>
                </a:solidFill>
              </a:rPr>
              <a:t>[Project Manager] · [Dataset &amp; EDA Lead] · [Model Training Lead] · [Application Lead] · [Evaluation &amp; Documentation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The problem</a:t>
            </a:r>
          </a:p>
          <a:p>
            <a:r>
              <a:rPr sz="1500">
                <a:solidFill>
                  <a:srgbClr val="666666"/>
                </a:solidFill>
              </a:rPr>
              <a:t>Point sensors wait for smoke to arrive. Cameras do not.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Time-to-alarm is the strongest predictor of fire severity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Point sensors only fire once smoke physically reaches them - slow outdoors and in large spaces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Cameras are already installed nearly everywhere: detection software is the cheap part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But: smoke ≈ fog, steam, cloud.  Fire ≈ sunset, orange lamps, reflections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So the real design question is where to sit on the precision/recall trade-off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Objective and scope</a:t>
            </a:r>
          </a:p>
          <a:p>
            <a:r>
              <a:rPr sz="1500">
                <a:solidFill>
                  <a:srgbClr val="666666"/>
                </a:solidFill>
              </a:rPr>
              <a:t>What we committed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Detect Fire and Smoke with bounding boxes + confidence, in images, video and live camera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Fine-tune pretrained YOLO weights on a custom dataset - never an unchanged model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Locally-trained model only: no paid inference API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Deliver a working, demonstrable application with downloadable outputs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Constraint that shaped every decision: a single 4GB laptop GPU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The dataset</a:t>
            </a:r>
          </a:p>
          <a:p>
            <a:r>
              <a:rPr sz="1500">
                <a:solidFill>
                  <a:srgbClr val="666666"/>
                </a:solidFill>
              </a:rPr>
              <a:t>Roboflow 'fire and smoke' v1 - CC BY 4.0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5,300 images · 7,225 annotations · 2 classes (Fire, Smoke)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Fire in 2,535 images, Smoke in 1,644, both in 955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Class imbalance 2.29 : 1 in favour of Fire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2,076 background images with no fire or smoke - these teach the model what NOT to flag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Licence CC BY 4.0 · original ZIP preserved unmodified</a:t>
            </a:r>
          </a:p>
        </p:txBody>
      </p:sp>
      <p:pic>
        <p:nvPicPr>
          <p:cNvPr id="5" name="Picture 4" descr="02_class_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5212080" cy="212425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What we found before training anything</a:t>
            </a:r>
          </a:p>
          <a:p>
            <a:r>
              <a:rPr sz="1500">
                <a:solidFill>
                  <a:srgbClr val="666666"/>
                </a:solidFill>
              </a:rPr>
              <a:t>The published train/valid/test split leaked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The export contains its own augmented copies: Mirror… and Noise… duplicates, plus sequential video frames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Those copies were spread across train / validation / test: 409 groups, 3,379 images = 64% of the dataset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Evaluating on that split measures memorisation, not generalisation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Fix: perceptual-hash grouping (1,959 source groups) → whole groups assigned to one split, seed 42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After repair: 0 groups span splits.  All results below use the repaired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What the data told us</a:t>
            </a:r>
          </a:p>
          <a:p>
            <a:r>
              <a:rPr sz="1500">
                <a:solidFill>
                  <a:srgbClr val="666666"/>
                </a:solidFill>
              </a:rPr>
              <a:t>EDA drove the modelling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15% of objects are small → keep 640px input, enable mosaic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Smoke rises: smoke boxes sit high, fire sits low → vertical flip DISABLED (unphysical)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~10% of images are night scenes → moderate brightness jitter, don't wash out the dark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Smoke boxes are larger and hazier than fire boxes → harder to localise (AP 0.47 vs 0.52)</a:t>
            </a:r>
          </a:p>
        </p:txBody>
      </p:sp>
      <p:pic>
        <p:nvPicPr>
          <p:cNvPr id="5" name="Picture 4" descr="04_center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194560"/>
            <a:ext cx="5303520" cy="23839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The model</a:t>
            </a:r>
          </a:p>
          <a:p>
            <a:r>
              <a:rPr sz="1500">
                <a:solidFill>
                  <a:srgbClr val="666666"/>
                </a:solidFill>
              </a:rPr>
              <a:t>YOLO, fine-tuned - not used as-is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Single-stage anchor-free detector: boxes + classes in one forward pass → real-time capable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Backbone (CSPDarknet) → Neck (PAN/FPN, fuses fine detail with semantics) → decoupled head at 3 scales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Loss = CIoU box + BCE classification + Distribution Focal Loss;  NMS at inference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Transfer learning: start from COCO weights, fine-tune ALL layers on fire/smoke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COCO has no fire class - the pretrained model detects nothing here until we adapt 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Experiments</a:t>
            </a:r>
          </a:p>
          <a:p>
            <a:r>
              <a:rPr sz="1500">
                <a:solidFill>
                  <a:srgbClr val="666666"/>
                </a:solidFill>
              </a:rPr>
              <a:t>Baseline, architecture comparison, capacity probe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200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YOLOv8n baseline · 40 epochs · mAP@0.5 = 0.491 · 2h 55m 52s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YOLO11n · same batch/imgsz · 12 epochs · mAP@0.5 = 0.435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YOLOv8s: NOT COMPLETED — measured cost on a 4GB card: b2: 1.0GB · b4: 6.08GB · b8: 7.94GB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Over 4GB it doesn't crash — it pages to system RAM and throughput collapses ~5x. Only batch 2 fits.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AMP auto-disabled on GTX 16xx (NaN losses) → FP32 → ~2x slower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Different epoch counts → compared at EQUAL epochs (metrics logged every epoch)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Hyperparameter tuning</a:t>
            </a:r>
          </a:p>
          <a:p>
            <a:r>
              <a:rPr sz="1500">
                <a:solidFill>
                  <a:srgbClr val="666666"/>
                </a:solidFill>
              </a:rPr>
              <a:t>One variable at a time, against a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200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Control: default recipe at the probe budget - every comparison is against this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A · lower learning rate (1.67e-3 → 1e-3) → mAP@0.5:0.95 = 0.164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B · stronger HSV/scale augmentation → mAP@0.5:0.95 = 0.126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C · classification loss weight 0.5 → 1.0 → mAP@0.5:0.95 = 0.170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Control result: mAP@0.5:0.95 = 0.137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Then the final model FAILED once: restarting a schedule on the converged baseline dropped mAP@0.5 0.491 → 0.448 (best epoch = 1)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Fix: continue, don't restart — low LR, no warm-up, no mosaic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Caveat: short probes rank settings under a SHORT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Final results</a:t>
            </a:r>
          </a:p>
          <a:p>
            <a:r>
              <a:rPr sz="1500">
                <a:solidFill>
                  <a:srgbClr val="666666"/>
                </a:solidFill>
              </a:rPr>
              <a:t>Test split evaluated exactly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08200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Confidence threshold 0.30 chosen on VALIDATION (F1-optimal), then frozen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Test split evaluated ONCE, after model and threshold were fixed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Fire: P 0.669 · R 0.458 · AP@0.5 0.516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Smoke: P 0.632 · R 0.395 · AP@0.5 0.467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Speed: 29 ms/image (34 FPS) on GPU, measured end-to-end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892040"/>
            <a:ext cx="1981139" cy="105156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B03A2E"/>
                </a:solidFill>
              </a:rPr>
              <a:t>0.650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Precision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5539" y="4892040"/>
            <a:ext cx="1981139" cy="105156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B03A2E"/>
                </a:solidFill>
              </a:rPr>
              <a:t>0.426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Recall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5278" y="4892040"/>
            <a:ext cx="1981139" cy="105156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B03A2E"/>
                </a:solidFill>
              </a:rPr>
              <a:t>0.515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F1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017" y="4892040"/>
            <a:ext cx="1981139" cy="105156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B03A2E"/>
                </a:solidFill>
              </a:rPr>
              <a:t>0.492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mAP@0.5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24756" y="4892040"/>
            <a:ext cx="1981139" cy="105156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B03A2E"/>
                </a:solidFill>
              </a:rPr>
              <a:t>0.242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mAP@0.5:0.95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Where it fails</a:t>
            </a:r>
          </a:p>
          <a:p>
            <a:r>
              <a:rPr sz="1500">
                <a:solidFill>
                  <a:srgbClr val="666666"/>
                </a:solidFill>
              </a:rPr>
              <a:t>And why that is the useful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371 true positives · 118 false positives · 306 missed · 101 localisation errors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Only 4 fire↔smoke confusions in the whole test set → the problem is DETECTION, not CLASSIFICATION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Diagnostic probe: a plain ORANGE RECTANGLE is detected as Fire at 0.97 confidence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→ the model learned a COLOUR PRIOR, not the structure of flame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That explains every false positive: sunsets, orange lamps, warm reflections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222222"/>
                </a:solidFill>
              </a:rPr>
              <a:t>•  Fix: hard-negative mining — not a bigger model</a:t>
            </a:r>
          </a:p>
        </p:txBody>
      </p:sp>
      <p:pic>
        <p:nvPicPr>
          <p:cNvPr id="5" name="Picture 4" descr="error_gall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920240"/>
            <a:ext cx="295174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The application</a:t>
            </a:r>
          </a:p>
          <a:p>
            <a:r>
              <a:rPr sz="1500">
                <a:solidFill>
                  <a:srgbClr val="666666"/>
                </a:solidFill>
              </a:rPr>
              <a:t>One inference engine, three ways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669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Streamlit app · one cached model · shared inference engine for all three modes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Image upload → annotated result + counts + confidences + PNG/CSV/JSON download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Video upload → frame-by-frame with progress, frame-skip control, H.264 output, per-frame CSV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Live camera (streamlit-webrtc) → boxes, live counts, measured FPS, smoothed status banner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OpenCV desktop fallback (python src/webcam_inference.py) for when the browser won't cooperate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Model Performance tab reads saved files - no hard-coded numbers anywhere in the UI</a:t>
            </a:r>
          </a:p>
        </p:txBody>
      </p:sp>
      <p:pic>
        <p:nvPicPr>
          <p:cNvPr id="5" name="Picture 4" descr="02_image_detection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10312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Live demonstration</a:t>
            </a:r>
          </a:p>
          <a:p>
            <a:r>
              <a:rPr sz="1500">
                <a:solidFill>
                  <a:srgbClr val="666666"/>
                </a:solidFill>
              </a:rPr>
              <a:t>Image → video → live camera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1 · Model + device status   2 · Fire image   3 · Smoke image   4 · Both classes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5 · A difficult / negative image - and an honest explanation of the failure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6 · Short video with progress + downloads   7 · Live webcam   8 · Performance tab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Backup plan: OpenCV fallback → pre-recorded video → screenshots.  Never debug 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How we worked</a:t>
            </a:r>
          </a:p>
          <a:p>
            <a:r>
              <a:rPr sz="1500">
                <a:solidFill>
                  <a:srgbClr val="666666"/>
                </a:solidFill>
              </a:rPr>
              <a:t>Four sprints, five roles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760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4 one-week sprints · 30 backlog items · 84 story points · 5 defined roles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Sprint 1 data &amp; leakage repair · 2 baseline+comparison · 3 tuning+app · 4 evaluation+delivery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Risk register caught the leakage risk in planning - before we wasted GPU time on it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222222"/>
                </a:solidFill>
              </a:rPr>
              <a:t>•  Artefacts: backlog, board, burndown, retrospectives, contribution table (agile/)</a:t>
            </a:r>
          </a:p>
        </p:txBody>
      </p:sp>
      <p:pic>
        <p:nvPicPr>
          <p:cNvPr id="5" name="Picture 4" descr="burndown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103120"/>
            <a:ext cx="4937760" cy="302133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22222"/>
                </a:solidFill>
              </a:rPr>
              <a:t>Conclusion and future work</a:t>
            </a:r>
          </a:p>
          <a:p>
            <a:r>
              <a:rPr sz="1500">
                <a:solidFill>
                  <a:srgbClr val="666666"/>
                </a:solidFill>
              </a:rPr>
              <a:t>What we learned, what we would do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Built: leakage-free dataset → fine-tuned detector (mAP@0.5 0.492) → working app with live camera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Lesson 1: data hygiene moved our numbers more than any hyperparameter did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Lesson 2: the model's errors are detection errors, not classification errors - that tells us what to fix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Lesson 3: the confidence threshold is a safety decision, not a library default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Next: thermal/IR fusion · temporal modelling (smoke moves, clouds don't) · hard-negative mining · edge deployment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222222"/>
                </a:solidFill>
              </a:rPr>
              <a:t>•  FlameGuard AI is an educational prototype - NOT a certified fire-detection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